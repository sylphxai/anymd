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</p:sldIdLst>
</p:presentation>
</file>

<file path=ppt/_rels/presentation.xml.rels><?xml version="1.0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s/_rels/slide1.xml.rels><?xml version="1.0"?><Relationships xmlns="http://schemas.openxmlformats.org/package/2006/relationships"><Relationship Id="rId2" Type="http://schemas.openxmlformats.org/officeDocument/2006/relationships/image" Target="../media/org.png"/><Relationship Id="rId3" Type="http://schemas.openxmlformats.org/officeDocument/2006/relationships/image" Target="../media/logo.png"/></Relationships>
</file>

<file path=ppt/slides/_rels/slide2.xml.rels><?xml version="1.0"?><Relationships xmlns="http://schemas.openxmlformats.org/package/2006/relationships"><Relationship Id="rId2" Type="http://schemas.openxmlformats.org/officeDocument/2006/relationships/image" Target="../media/pipeline.png"/><Relationship Id="rId3" Type="http://schemas.openxmlformats.org/officeDocument/2006/relationships/image" Target="../media/logo.png"/></Relationships>
</file>

<file path=ppt/slides/_rels/slide3.xml.rels><?xml version="1.0"?><Relationships xmlns="http://schemas.openxmlformats.org/package/2006/relationships"><Relationship Id="rId3" Type="http://schemas.openxmlformats.org/officeDocument/2006/relationships/image" Target="../media/logo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Title"/>
          <p:cNvSpPr/>
          <p:nvPr>
            <p:ph type="title"/>
          </p:nvPr>
        </p:nvSpPr>
        <p:spPr/>
        <p:txBody>
          <a:p>
            <a:r>
              <a:t>Team</a:t>
            </a:r>
          </a:p>
        </p:txBody>
      </p:sp>
      <p:pic>
        <p:nvPicPr>
          <p:cNvPr id="3" name="Picture 3" descr="Org chart"/>
          <p:cNvPicPr/>
          <p:nvPr/>
        </p:nvPicPr>
        <p:blipFill>
          <a:blip r:embed="rId2"/>
        </p:blipFill>
        <p:spPr>
          <a:xfrm>
            <a:off x="100" y="1000"/>
            <a:ext cx="100" cy="100"/>
          </a:xfrm>
        </p:spPr>
      </p:pic>
      <p:pic>
        <p:nvPicPr>
          <p:cNvPr id="4" name="Picture 4" descr="Company logo"/>
          <p:cNvPicPr/>
          <p:nvPr/>
        </p:nvPicPr>
        <p:blipFill>
          <a:blip r:embed="rId3"/>
        </p:blipFill>
        <p:spPr>
          <a:xfrm>
            <a:off x="100" y="9000000"/>
            <a:ext cx="100" cy="100"/>
          </a:xfr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Title"/>
          <p:cNvSpPr/>
          <p:nvPr>
            <p:ph type="title"/>
          </p:nvPr>
        </p:nvSpPr>
        <p:spPr/>
        <p:txBody>
          <a:p>
            <a:r>
              <a:t>Pipeline</a:t>
            </a:r>
          </a:p>
        </p:txBody>
      </p:sp>
      <p:pic>
        <p:nvPicPr>
          <p:cNvPr id="3" name="Picture 3" descr="Pipeline diagram"/>
          <p:cNvPicPr/>
          <p:nvPr/>
        </p:nvPicPr>
        <p:blipFill>
          <a:blip r:embed="rId2"/>
        </p:blipFill>
        <p:spPr>
          <a:xfrm>
            <a:off x="100" y="1000"/>
            <a:ext cx="100" cy="100"/>
          </a:xfrm>
        </p:spPr>
      </p:pic>
      <p:pic>
        <p:nvPicPr>
          <p:cNvPr id="4" name="Picture 4" descr="Company logo"/>
          <p:cNvPicPr/>
          <p:nvPr/>
        </p:nvPicPr>
        <p:blipFill>
          <a:blip r:embed="rId3"/>
        </p:blipFill>
        <p:spPr>
          <a:xfrm>
            <a:off x="100" y="9000000"/>
            <a:ext cx="100" cy="100"/>
          </a:xfrm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Title"/>
          <p:cNvSpPr/>
          <p:nvPr>
            <p:ph type="title"/>
          </p:nvPr>
        </p:nvSpPr>
        <p:spPr/>
        <p:txBody>
          <a:p>
            <a:r>
              <a:t>Thanks</a:t>
            </a:r>
          </a:p>
        </p:txBody>
      </p:sp>
      <p:pic>
        <p:nvPicPr>
          <p:cNvPr id="3" name="Picture 3" descr="Company logo"/>
          <p:cNvPicPr/>
          <p:nvPr/>
        </p:nvPicPr>
        <p:blipFill>
          <a:blip r:embed="rId3"/>
        </p:blipFill>
        <p:spPr>
          <a:xfrm>
            <a:off x="100" y="9000000"/>
            <a:ext cx="100" cy="100"/>
          </a:xfrm>
        </p:spPr>
      </p:pic>
    </p:spTree>
  </p:cSld>
</p:sld>
</file>